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2AB36C-032B-4AF6-8A62-6C3B53EF6007}" v="21" dt="2026-03-12T15:32:01.0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7C81B-7EB8-D098-96DB-D4E961B039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7B4FAE-DB9B-48DA-203E-F717F190B8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931F52-612C-3A53-CDA0-A480C5DFA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8FE8C-3B96-43AF-A9B0-550D3DFC2557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7FFE6-741B-197C-63BD-F6B7E6E58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27B76-0129-765E-A5EB-928081AFB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2DCBC-E7A8-4CD4-BC7E-4F3C90DD50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709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8C4CA-E8E9-C50C-26CA-F3556F843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F4900-5757-0FDA-E615-8572F077D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0A3B1-C57C-B8BB-C87B-DFE8701FA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8FE8C-3B96-43AF-A9B0-550D3DFC2557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1A926-F975-5EA9-DE76-FADD18009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096D32-8A54-EFDE-07FD-15D2FCCA3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2DCBC-E7A8-4CD4-BC7E-4F3C90DD50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8390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07AED-BACE-D470-B1D7-CC14E6682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3D2DB8-DFA5-514E-A547-A10232082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F97E19-3421-3DE3-2C95-818F3B745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8FE8C-3B96-43AF-A9B0-550D3DFC2557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9BA056-5E13-B396-E22A-97B56183F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FAD8B-71EE-A539-E267-E96B68BED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2DCBC-E7A8-4CD4-BC7E-4F3C90DD50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7372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234E9-6763-4C30-BD3F-A68A71985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2B08D-9A0C-6893-F100-0C4CD2AA7C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27A13-C902-E6F5-78BF-D0D31C7ACD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DD2595-ECEC-C253-F65A-D6596F6E8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8FE8C-3B96-43AF-A9B0-550D3DFC2557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636A3C-0322-D470-9262-1DFBF13D7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C0FAEB-9FF3-2E8A-DA5C-5F20A2497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2DCBC-E7A8-4CD4-BC7E-4F3C90DD50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9410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46D8E-CA64-6AD3-140B-62F69102C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A4875C-8B01-6E86-9AAE-650D0975F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1E6394-61AA-4465-EC42-38440BAB05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0F2993-DC8D-A639-4FC7-CBD4495D65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C0A0BC-8DA8-5E9D-5DDE-795BD379CD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52D52D-024E-96F0-C8D1-A5E58B49E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8FE8C-3B96-43AF-A9B0-550D3DFC2557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066F9A-BB4C-B5C5-F097-71125F622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C39DFC-B440-0764-2E94-25A4C0781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2DCBC-E7A8-4CD4-BC7E-4F3C90DD50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856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D52F4-BF36-0346-AFCB-FEE70F998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1B8677-A9EC-ADBD-4819-74E84B842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8FE8C-3B96-43AF-A9B0-550D3DFC2557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26CC72-B62D-961B-8D33-B6B364007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768059-6189-2AAE-9105-7E956961F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2DCBC-E7A8-4CD4-BC7E-4F3C90DD50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1712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636EE7-C05E-7700-9DD3-5D620219C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8FE8C-3B96-43AF-A9B0-550D3DFC2557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0B9135-E0F1-90E2-F088-9184B9246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213AE5-6471-7A57-98B7-92A5B2C55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2DCBC-E7A8-4CD4-BC7E-4F3C90DD50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2574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3B827-17C6-33FD-BEB3-87FD439E3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E4C7D-B611-BFC0-FD6A-5C33C4F28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F8FE4A-F325-2F87-4FE1-1D0522495A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BB901B-DB49-C539-6300-4A7364630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8FE8C-3B96-43AF-A9B0-550D3DFC2557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69826C-E9FC-EE4F-7D65-956F158FF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B6653D-8E13-D7BA-6D8C-452F4E8E2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2DCBC-E7A8-4CD4-BC7E-4F3C90DD50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5016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6E949-DAA0-C3A6-AA1F-294FCCB21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F971C9-2D68-0559-06A8-2712E78C00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EA5537-DF2C-A0C1-24CD-D681D0B5DA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9BF5A2-E8D4-4454-FF3A-55E581474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8FE8C-3B96-43AF-A9B0-550D3DFC2557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4E3B86-CA18-58C2-8956-3A9493449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A94220-2D35-1A90-0302-8B1A12235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2DCBC-E7A8-4CD4-BC7E-4F3C90DD50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937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1523E-E24F-BC80-8B59-8DA892F01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299B7F-E939-7900-2DB5-D9DC000B85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48FD7-EF99-CBDD-42B8-CACAB60BB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8FE8C-3B96-43AF-A9B0-550D3DFC2557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4DBB9B-A0A9-52E8-00A3-D52C7828D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89681-0E42-A8E0-8C1D-E4ECD8787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2DCBC-E7A8-4CD4-BC7E-4F3C90DD50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162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F0D5F0-9469-EF75-D716-073E899EC7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092734-2590-45F8-17F5-CD8BB085D8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30B34-F055-C858-001C-E65D9CCAE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8FE8C-3B96-43AF-A9B0-550D3DFC2557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3BCB06-8CFD-E53F-6F62-0E3C7C286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F6E32-5E02-0EF3-2D2D-C521D2D9C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2DCBC-E7A8-4CD4-BC7E-4F3C90DD50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5303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7E190-938D-1247-64AE-7D7181C86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EC95E4-9B0B-AA56-5129-882A0E95A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AA356-FABF-1204-2E79-2B4FF3C2B8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28FE8C-3B96-43AF-A9B0-550D3DFC2557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CD8E8-5673-465B-E2BA-8AEA32A23A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D89D9-484B-542B-FBF1-BE09B6C37F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B2DCBC-E7A8-4CD4-BC7E-4F3C90DD50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15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2EC25F-10C0-0E03-A5E0-1C935969A4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68"/>
            <a:ext cx="12192000" cy="68546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7062943-24C0-7C33-9B5E-3957CD06BA31}"/>
              </a:ext>
            </a:extLst>
          </p:cNvPr>
          <p:cNvSpPr txBox="1"/>
          <p:nvPr/>
        </p:nvSpPr>
        <p:spPr>
          <a:xfrm>
            <a:off x="1332271" y="2364560"/>
            <a:ext cx="952745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0" b="1" dirty="0">
                <a:solidFill>
                  <a:schemeClr val="bg1"/>
                </a:solidFill>
                <a:latin typeface="Footlight MT Light" panose="0204060206030A020304" pitchFamily="18" charset="0"/>
                <a:cs typeface="Adobe Arabic" panose="02040503050201020203" pitchFamily="18" charset="-78"/>
              </a:rPr>
              <a:t>HACKAURA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79D8278-9925-863A-B33A-1348D875F2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80" r="22575"/>
          <a:stretch>
            <a:fillRect/>
          </a:stretch>
        </p:blipFill>
        <p:spPr>
          <a:xfrm>
            <a:off x="4864586" y="205683"/>
            <a:ext cx="2158180" cy="1245183"/>
          </a:xfrm>
          <a:prstGeom prst="flowChartConnector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C04395A-B939-3E2C-81C6-F4FB6FF3A0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2" t="8029" r="7472" b="7670"/>
          <a:stretch>
            <a:fillRect/>
          </a:stretch>
        </p:blipFill>
        <p:spPr>
          <a:xfrm>
            <a:off x="9920748" y="250537"/>
            <a:ext cx="1720646" cy="1200330"/>
          </a:xfrm>
          <a:prstGeom prst="flowChartAlternateProcess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4A4498A-05AD-B5A5-5EC2-D488D7B895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458" y="205684"/>
            <a:ext cx="1799456" cy="120033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532E846-0B21-D0D9-C224-A011469D3A09}"/>
              </a:ext>
            </a:extLst>
          </p:cNvPr>
          <p:cNvSpPr txBox="1"/>
          <p:nvPr/>
        </p:nvSpPr>
        <p:spPr>
          <a:xfrm>
            <a:off x="3908400" y="4188571"/>
            <a:ext cx="46505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bg1"/>
                </a:solidFill>
                <a:latin typeface="Adobe Arabic" panose="02040503050201020203" pitchFamily="18" charset="-78"/>
                <a:cs typeface="Adobe Arabic" panose="02040503050201020203" pitchFamily="18" charset="-78"/>
              </a:rPr>
              <a:t>HACK, CREATE, ELEVATE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F67085B-6B85-2108-C422-46B1C46146D3}"/>
              </a:ext>
            </a:extLst>
          </p:cNvPr>
          <p:cNvCxnSpPr>
            <a:cxnSpLocks/>
          </p:cNvCxnSpPr>
          <p:nvPr/>
        </p:nvCxnSpPr>
        <p:spPr>
          <a:xfrm>
            <a:off x="2035277" y="4501904"/>
            <a:ext cx="1764892" cy="983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B84489B-D001-9233-A9D5-8402CAF331A9}"/>
              </a:ext>
            </a:extLst>
          </p:cNvPr>
          <p:cNvCxnSpPr>
            <a:cxnSpLocks/>
          </p:cNvCxnSpPr>
          <p:nvPr/>
        </p:nvCxnSpPr>
        <p:spPr>
          <a:xfrm>
            <a:off x="8155857" y="4500635"/>
            <a:ext cx="1944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17930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71BA8D-CE15-8942-3330-AC54440DB2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668"/>
            <a:ext cx="12191999" cy="68546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07BCEBB-DA6F-350C-1FC2-4B47B941026F}"/>
              </a:ext>
            </a:extLst>
          </p:cNvPr>
          <p:cNvSpPr txBox="1"/>
          <p:nvPr/>
        </p:nvSpPr>
        <p:spPr>
          <a:xfrm>
            <a:off x="4188542" y="255639"/>
            <a:ext cx="46014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solidFill>
                  <a:schemeClr val="bg1"/>
                </a:solidFill>
                <a:latin typeface="Adobe Arabic" panose="02040503050201020203" pitchFamily="18" charset="-78"/>
                <a:cs typeface="Adobe Arabic" panose="02040503050201020203" pitchFamily="18" charset="-78"/>
              </a:rPr>
              <a:t>TEAM DETAILS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050EC5-17DE-6483-EED4-9D258D3477B0}"/>
              </a:ext>
            </a:extLst>
          </p:cNvPr>
          <p:cNvSpPr txBox="1"/>
          <p:nvPr/>
        </p:nvSpPr>
        <p:spPr>
          <a:xfrm>
            <a:off x="1494503" y="2182761"/>
            <a:ext cx="980276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  <a:latin typeface="Adobe Arabic" panose="02040503050201020203" pitchFamily="18" charset="-78"/>
                <a:cs typeface="Adobe Arabic" panose="02040503050201020203" pitchFamily="18" charset="-78"/>
              </a:rPr>
              <a:t>TEAM NAME:</a:t>
            </a:r>
          </a:p>
          <a:p>
            <a:r>
              <a:rPr lang="en-IN" sz="3200" dirty="0">
                <a:solidFill>
                  <a:schemeClr val="bg1"/>
                </a:solidFill>
                <a:latin typeface="Adobe Arabic" panose="02040503050201020203" pitchFamily="18" charset="-78"/>
                <a:cs typeface="Adobe Arabic" panose="02040503050201020203" pitchFamily="18" charset="-78"/>
              </a:rPr>
              <a:t>TEAM ID:</a:t>
            </a:r>
          </a:p>
          <a:p>
            <a:r>
              <a:rPr lang="en-IN" sz="3200" dirty="0">
                <a:solidFill>
                  <a:schemeClr val="bg1"/>
                </a:solidFill>
                <a:latin typeface="Adobe Arabic" panose="02040503050201020203" pitchFamily="18" charset="-78"/>
                <a:cs typeface="Adobe Arabic" panose="02040503050201020203" pitchFamily="18" charset="-78"/>
              </a:rPr>
              <a:t>DOMAIN:</a:t>
            </a:r>
          </a:p>
          <a:p>
            <a:r>
              <a:rPr lang="en-IN" sz="3200" dirty="0">
                <a:solidFill>
                  <a:schemeClr val="bg1"/>
                </a:solidFill>
                <a:latin typeface="Adobe Arabic" panose="02040503050201020203" pitchFamily="18" charset="-78"/>
                <a:cs typeface="Adobe Arabic" panose="02040503050201020203" pitchFamily="18" charset="-78"/>
              </a:rPr>
              <a:t>PROBLEM STATEMENT:</a:t>
            </a:r>
          </a:p>
        </p:txBody>
      </p:sp>
    </p:spTree>
    <p:extLst>
      <p:ext uri="{BB962C8B-B14F-4D97-AF65-F5344CB8AC3E}">
        <p14:creationId xmlns:p14="http://schemas.microsoft.com/office/powerpoint/2010/main" val="2563983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B6F0F3-2708-A17A-CAB7-D2F14D9F14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668"/>
            <a:ext cx="12191999" cy="68546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FB1A6E7-3837-26CE-BC9F-1EBAC8D0C5C9}"/>
              </a:ext>
            </a:extLst>
          </p:cNvPr>
          <p:cNvSpPr txBox="1"/>
          <p:nvPr/>
        </p:nvSpPr>
        <p:spPr>
          <a:xfrm>
            <a:off x="3751005" y="324465"/>
            <a:ext cx="46899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solidFill>
                  <a:schemeClr val="bg1"/>
                </a:solidFill>
                <a:latin typeface="Adobe Arabic" panose="02040503050201020203" pitchFamily="18" charset="-78"/>
                <a:cs typeface="Adobe Arabic" panose="02040503050201020203" pitchFamily="18" charset="-78"/>
              </a:rPr>
              <a:t>KEY FEATURES</a:t>
            </a:r>
          </a:p>
        </p:txBody>
      </p:sp>
    </p:spTree>
    <p:extLst>
      <p:ext uri="{BB962C8B-B14F-4D97-AF65-F5344CB8AC3E}">
        <p14:creationId xmlns:p14="http://schemas.microsoft.com/office/powerpoint/2010/main" val="2691309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99E194-32D1-73BB-312B-1C17B82003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68"/>
            <a:ext cx="12192000" cy="68546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2A30734-FE79-1928-86CC-B07B5E6882BA}"/>
              </a:ext>
            </a:extLst>
          </p:cNvPr>
          <p:cNvSpPr txBox="1"/>
          <p:nvPr/>
        </p:nvSpPr>
        <p:spPr>
          <a:xfrm>
            <a:off x="3106993" y="403122"/>
            <a:ext cx="5978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solidFill>
                  <a:schemeClr val="bg1"/>
                </a:solidFill>
                <a:latin typeface="Adobe Arabic" panose="02040503050201020203" pitchFamily="18" charset="-78"/>
                <a:cs typeface="Adobe Arabic" panose="02040503050201020203" pitchFamily="18" charset="-78"/>
              </a:rPr>
              <a:t>TECH STACK</a:t>
            </a:r>
          </a:p>
        </p:txBody>
      </p:sp>
    </p:spTree>
    <p:extLst>
      <p:ext uri="{BB962C8B-B14F-4D97-AF65-F5344CB8AC3E}">
        <p14:creationId xmlns:p14="http://schemas.microsoft.com/office/powerpoint/2010/main" val="1127208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9279C2-2EC6-9DDE-9BDA-C45DAB3F47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68"/>
            <a:ext cx="12192000" cy="68546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4D92D90-702E-CE32-68E9-B63C763DF140}"/>
              </a:ext>
            </a:extLst>
          </p:cNvPr>
          <p:cNvSpPr txBox="1"/>
          <p:nvPr/>
        </p:nvSpPr>
        <p:spPr>
          <a:xfrm>
            <a:off x="4065638" y="452283"/>
            <a:ext cx="40607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solidFill>
                  <a:schemeClr val="bg1"/>
                </a:solidFill>
                <a:latin typeface="Adobe Arabic" panose="02040503050201020203" pitchFamily="18" charset="-78"/>
                <a:cs typeface="Adobe Arabic" panose="02040503050201020203" pitchFamily="18" charset="-78"/>
              </a:rPr>
              <a:t>SCALABILITY</a:t>
            </a:r>
          </a:p>
        </p:txBody>
      </p:sp>
    </p:spTree>
    <p:extLst>
      <p:ext uri="{BB962C8B-B14F-4D97-AF65-F5344CB8AC3E}">
        <p14:creationId xmlns:p14="http://schemas.microsoft.com/office/powerpoint/2010/main" val="1504626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AC5E7A-071D-B757-90D5-E2C68AF5BD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68"/>
            <a:ext cx="12192000" cy="68546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0D5A175-8B40-96DE-BC4B-9A43310E9E3B}"/>
              </a:ext>
            </a:extLst>
          </p:cNvPr>
          <p:cNvSpPr txBox="1"/>
          <p:nvPr/>
        </p:nvSpPr>
        <p:spPr>
          <a:xfrm>
            <a:off x="3539613" y="294969"/>
            <a:ext cx="51127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solidFill>
                  <a:schemeClr val="bg1"/>
                </a:solidFill>
                <a:latin typeface="Adobe Arabic" panose="02040503050201020203" pitchFamily="18" charset="-78"/>
                <a:cs typeface="Adobe Arabic" panose="02040503050201020203" pitchFamily="18" charset="-78"/>
              </a:rPr>
              <a:t>INTERFACE</a:t>
            </a:r>
          </a:p>
        </p:txBody>
      </p:sp>
    </p:spTree>
    <p:extLst>
      <p:ext uri="{BB962C8B-B14F-4D97-AF65-F5344CB8AC3E}">
        <p14:creationId xmlns:p14="http://schemas.microsoft.com/office/powerpoint/2010/main" val="2422220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C94183-D971-EDCA-EDB9-F3300746DB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68"/>
            <a:ext cx="12192000" cy="68546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CF7A97C-15DC-43AC-AD39-19F815A3B2FC}"/>
              </a:ext>
            </a:extLst>
          </p:cNvPr>
          <p:cNvSpPr txBox="1"/>
          <p:nvPr/>
        </p:nvSpPr>
        <p:spPr>
          <a:xfrm>
            <a:off x="3485535" y="580103"/>
            <a:ext cx="52209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solidFill>
                  <a:schemeClr val="bg1"/>
                </a:solidFill>
                <a:latin typeface="Adobe Arabic" panose="02040503050201020203" pitchFamily="18" charset="-78"/>
                <a:cs typeface="Adobe Arabic" panose="02040503050201020203" pitchFamily="18" charset="-78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609603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059720-8F43-21BB-9184-DE0473C542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68"/>
            <a:ext cx="12192000" cy="68546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092B92A-613D-BABC-698A-36B9F8E957B3}"/>
              </a:ext>
            </a:extLst>
          </p:cNvPr>
          <p:cNvSpPr txBox="1"/>
          <p:nvPr/>
        </p:nvSpPr>
        <p:spPr>
          <a:xfrm>
            <a:off x="2770237" y="2828835"/>
            <a:ext cx="69636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200" b="1" dirty="0">
                <a:solidFill>
                  <a:schemeClr val="bg1"/>
                </a:solidFill>
                <a:latin typeface="Adobe Arabic" panose="02040503050201020203" pitchFamily="18" charset="-78"/>
                <a:cs typeface="Adobe Arabic" panose="02040503050201020203" pitchFamily="18" charset="-78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10423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28</Words>
  <Application>Microsoft Office PowerPoint</Application>
  <PresentationFormat>Widescreen</PresentationFormat>
  <Paragraphs>13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Adobe Arabic</vt:lpstr>
      <vt:lpstr>Arial</vt:lpstr>
      <vt:lpstr>Calibri</vt:lpstr>
      <vt:lpstr>Calibri Light</vt:lpstr>
      <vt:lpstr>Footlight MT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patilpillu2005@gmail.com</dc:creator>
  <cp:lastModifiedBy>patilpillu2005@gmail.com</cp:lastModifiedBy>
  <cp:revision>4</cp:revision>
  <dcterms:created xsi:type="dcterms:W3CDTF">2025-10-17T06:31:27Z</dcterms:created>
  <dcterms:modified xsi:type="dcterms:W3CDTF">2026-03-12T15:40:37Z</dcterms:modified>
</cp:coreProperties>
</file>